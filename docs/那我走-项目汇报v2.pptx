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技术架构总览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那我走 Then-I-GO  |  Architecture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用户输入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65176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8528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画像模块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65176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6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POI 评分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65176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18304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AI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265176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路线生成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2" y="265176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0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探索体验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65176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行为采集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22408" y="265176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77856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77856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自学习回环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</a:defRPr>
            </a:pPr>
            <a:r>
              <a:t>纯前端架构  |  Vite 插件代理 Gemini API  |  零后端服务器  |  localStorage 持久化  |  React + Tailwind + motion/react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Onboarding</a:t>
            </a:r>
            <a:br/>
            <a:r>
              <a:t>MBTI 收集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冷启动单步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12 维评分</a:t>
            </a:r>
            <a:br/>
            <a:r>
              <a:t>确定性过滤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零 LLM 调用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8416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路线 Agent</a:t>
            </a:r>
            <a:br/>
            <a:r>
              <a:t>审查 Agent</a:t>
            </a:r>
            <a:br/>
            <a:r>
              <a:t>对话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28416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3 个 AI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8304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ReAct 循环</a:t>
            </a:r>
            <a:br/>
            <a:r>
              <a:t>生成-审查-修正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8304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最多 1 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08192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动态站点</a:t>
            </a:r>
            <a:br/>
            <a:r>
              <a:t>隐藏任务</a:t>
            </a:r>
            <a:br/>
            <a:r>
              <a:t>A/B 岔路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08192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intensity 分档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Vlog 生成</a:t>
            </a:r>
            <a:br/>
            <a:r>
              <a:t>战报卡</a:t>
            </a:r>
            <a:br/>
            <a:r>
              <a:t>足迹地图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零视频模型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7968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TripRecord</a:t>
            </a:r>
            <a:br/>
            <a:r>
              <a:t>emoji 反馈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87968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行为信号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77856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偏好注入</a:t>
            </a:r>
            <a:br/>
            <a:r>
              <a:t>(预埋)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77856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闭环就绪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用户画像模块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User Understanding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21031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冷启动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首次启动仅收集 MBTI（单步，16 型四列网格）</a:t>
            </a:r>
            <a:br/>
            <a:r>
              <a:t>存入 localStorage，无需注册/登录</a:t>
            </a:r>
            <a:br/>
            <a:br/>
            <a:r>
              <a:t>口味偏好步骤已移除 — 降低进入门槛</a:t>
            </a:r>
            <a:br/>
            <a:r>
              <a:t>路线生成时 MBTI 作为长期画像注入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21031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5 步偏好收集（每次探索前）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1. 心情 — 开心/疲惫/无聊/放松/探索/想吃（6选1）</a:t>
            </a:r>
            <a:br/>
            <a:r>
              <a:t>2. 时长 — 1h / 2h / 半天 / 整天</a:t>
            </a:r>
            <a:br/>
            <a:r>
              <a:t>3. 兴趣标签 — 文艺/户外/美食/热闹/拍照/小众/省钱</a:t>
            </a:r>
            <a:br/>
            <a:r>
              <a:t>4. 同行人 — 独自/情侣/朋友/亲子</a:t>
            </a:r>
            <a:br/>
            <a:r>
              <a:t>5. 安排程度 — 别让我思考(默认) / 正常探索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3383280" cy="2011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「别让我思考」模式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17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隐藏站名+描述，到达才揭晓</a:t>
            </a:r>
            <a:br/>
            <a:r>
              <a:t>无 A/B 岔路选择，系统直选</a:t>
            </a:r>
            <a:br/>
            <a:r>
              <a:t>强避重（去过的 -0.8）</a:t>
            </a:r>
            <a:br/>
            <a:br/>
            <a:r>
              <a:t>产品洞察：大多数用户说「那我走」</a:t>
            </a:r>
            <a:br/>
            <a:r>
              <a:t>的时候，就是不想做任何决定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114800"/>
            <a:ext cx="3383280" cy="2011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「正常探索」模式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617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全部显示站名、描述、奖励</a:t>
            </a:r>
            <a:br/>
            <a:r>
              <a:t>A/B 岔路选择（气质相反的两个候选）</a:t>
            </a:r>
            <a:br/>
            <a:r>
              <a:t>弱避重（去过的 -0.4）</a:t>
            </a:r>
            <a:br/>
            <a:br/>
            <a:r>
              <a:t>想要掌控感的用户主动切换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114800"/>
            <a:ext cx="3383280" cy="2011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设置页 MBTI 修改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617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设置页可随时修改 MBTI</a:t>
            </a:r>
            <a:br/>
            <a:r>
              <a:t>16 种 MBTI 4x4 网格选择</a:t>
            </a:r>
            <a:br/>
            <a:r>
              <a:t>选中即保存到 localStorage</a:t>
            </a:r>
            <a:br/>
            <a:br/>
            <a:r>
              <a:t>影响后续所有路线生成的 AI prompt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AI Agent 决策层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AI Agent Route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66"/>
                </a:solidFill>
              </a:defRPr>
            </a:pPr>
            <a:r>
              <a:t>3 个 AI Agent（调用 Gemini，具备推理与行动能力）+ 2 个确定性辅助模块（纯规则计算）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383280" cy="228600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路线 Agent (routeAgent)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从候选 POI 选点、排序、编排站点序列</a:t>
            </a:r>
            <a:br/>
            <a:r>
              <a:t>生成故事文案 / 打卡任务 / 奖励</a:t>
            </a:r>
            <a:br/>
            <a:r>
              <a:t>支持 revision：带审查意见重新生成</a:t>
            </a:r>
            <a:br/>
            <a:br/>
            <a:r>
              <a:t>模型：gemini-2.5-flash-lite</a:t>
            </a:r>
            <a:br/>
            <a:r>
              <a:t>输出：严格 JSON，正则提取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103120"/>
            <a:ext cx="3383280" cy="228600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240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审查 Agent (routeReviewer)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品类多样性 — 连续同类型？</a:t>
            </a:r>
            <a:br/>
            <a:r>
              <a:t>活动节奏 — 饭后紧接剧烈运动？</a:t>
            </a:r>
            <a:br/>
            <a:r>
              <a:t>时间合理性 — 上午排酒吧？</a:t>
            </a:r>
            <a:br/>
            <a:r>
              <a:t>体验递进 — 节奏是否单调？</a:t>
            </a:r>
            <a:br/>
            <a:r>
              <a:t>综合常识 — 连逛三家小卖铺？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103120"/>
            <a:ext cx="3383280" cy="228600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240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对话 Agent (chatAgent)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606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探索中自然语言聊天改路线</a:t>
            </a:r>
            <a:br/>
            <a:r>
              <a:t>4 种操作指令：</a:t>
            </a:r>
            <a:br/>
            <a:r>
              <a:t>  replace_next — 替换下一站</a:t>
            </a:r>
            <a:br/>
            <a:r>
              <a:t>  skip_current — 跳过当前站</a:t>
            </a:r>
            <a:br/>
            <a:r>
              <a:t>  add_stop — 末尾加站</a:t>
            </a:r>
            <a:br/>
            <a:r>
              <a:t>  none — 纯聊天</a:t>
            </a:r>
            <a:br/>
            <a:r>
              <a:t>候选来自真实 POI 池，不会编造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5303520" cy="146304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</a:defRPr>
            </a:pPr>
            <a:r>
              <a:t>POI 评分过滤 (poiFilter) — 确定性模块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57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12 维评分函数 · 零 LLM 调用 · 渐进降级过滤</a:t>
            </a:r>
            <a:br/>
            <a:r>
              <a:t>每个品类最多 2 个（category cap）· 输出 top 15 候选给路线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54880"/>
            <a:ext cx="5303520" cy="146304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8920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</a:defRPr>
            </a:pPr>
            <a:r>
              <a:t>用户画像 — 数据透传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257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MBTI + 兴趣标签存 localStorage · 路线生成时注入 prompt</a:t>
            </a:r>
            <a:br/>
            <a:r>
              <a:t>不是独立 Agent，是上下文数据层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探索路线生成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Dynamic Route Generation  |  ReAct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210312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FF"/>
                </a:solidFill>
              </a:defRPr>
            </a:pPr>
            <a:r>
              <a:t>1. POI 过滤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</a:defRPr>
            </a:pPr>
            <a:r>
              <a:t>poiFilter</a:t>
            </a:r>
            <a:br/>
            <a:r>
              <a:t>12 维评分</a:t>
            </a:r>
            <a:br/>
            <a:r>
              <a:t>top 15 候选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77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645920"/>
            <a:ext cx="2103120" cy="228600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FF"/>
                </a:solidFill>
              </a:defRPr>
            </a:pPr>
            <a:r>
              <a:t>2. 路线生成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194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</a:defRPr>
            </a:pPr>
            <a:r>
              <a:t>routeAgent</a:t>
            </a:r>
            <a:br/>
            <a:r>
              <a:t>Gemini 选点排序</a:t>
            </a:r>
            <a:br/>
            <a:r>
              <a:t>故事/任务/奖励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377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2103120" cy="228600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FF"/>
                </a:solidFill>
              </a:defRPr>
            </a:pPr>
            <a:r>
              <a:t>3. ReAct 审查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194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</a:defRPr>
            </a:pPr>
            <a:r>
              <a:t>routeReviewer</a:t>
            </a:r>
            <a:br/>
            <a:r>
              <a:t>品类/节奏/时间</a:t>
            </a:r>
            <a:br/>
            <a:r>
              <a:t>通过 or 修正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377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645920"/>
            <a:ext cx="210312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FF"/>
                </a:solidFill>
              </a:defRPr>
            </a:pPr>
            <a:r>
              <a:t>4. 营业校验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194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</a:defRPr>
            </a:pPr>
            <a:r>
              <a:t>确定性预检</a:t>
            </a:r>
            <a:br/>
            <a:r>
              <a:t>步行+停留时间</a:t>
            </a:r>
            <a:br/>
            <a:r>
              <a:t>打烊站 LLM 换补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377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645920"/>
            <a:ext cx="210312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5. 输出路线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194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</a:defRPr>
            </a:pPr>
            <a:r>
              <a:t>waypoints[]</a:t>
            </a:r>
            <a:br/>
            <a:r>
              <a:t>hiddenTask</a:t>
            </a:r>
            <a:br/>
            <a:r>
              <a:t>branch?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97680"/>
            <a:ext cx="3383280" cy="192024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34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动态站点数量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00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1 小时 → 1 主线站 + 1 隐藏任务</a:t>
            </a:r>
            <a:br/>
            <a:r>
              <a:t>2 小时 → 1 主线站 + 1 隐藏任务</a:t>
            </a:r>
            <a:br/>
            <a:r>
              <a:t>半天   → 2 主线站 + 1 隐藏任务</a:t>
            </a:r>
            <a:br/>
            <a:r>
              <a:t>整天   → 3 主线站 + 1 隐藏任务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4297680"/>
            <a:ext cx="3383280" cy="192024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434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隐藏任务生成策略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800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Gemini 一次调用多生成 1 个站点</a:t>
            </a:r>
            <a:br/>
            <a:r>
              <a:t>最后一个 pop() 出来作为隐藏任务</a:t>
            </a:r>
            <a:br/>
            <a:r>
              <a:t>坐标真实 / 品类不冲突 / 可跳过</a:t>
            </a:r>
            <a:br/>
            <a:r>
              <a:t>奖励要求更好、任务更有挑战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4297680"/>
            <a:ext cx="3383280" cy="192024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4434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A/B 岔路抉择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00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第一站打卡后弹出两个气质相反的候选</a:t>
            </a:r>
            <a:br/>
            <a:r>
              <a:t>（安静书店 vs 热闹酒吧）</a:t>
            </a:r>
            <a:br/>
            <a:r>
              <a:t>附一句抉择提示文案</a:t>
            </a:r>
            <a:br/>
            <a:r>
              <a:t>仅「正常探索」模式启用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探索服务系统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Exploration Space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383280" cy="21031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地图与导航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SVG 地图：terrain 底色 + 真实路网</a:t>
            </a:r>
            <a:br/>
            <a:r>
              <a:t>Dijkstra 沿街最短路寻路</a:t>
            </a:r>
            <a:br/>
            <a:r>
              <a:t>紫色虚线 + 方向箭头导航</a:t>
            </a:r>
            <a:br/>
            <a:r>
              <a:t>双端点选路避免回头路</a:t>
            </a:r>
            <a:br/>
            <a:r>
              <a:t>拖动/点击地图 → 吸附最近路 → 走过去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45920"/>
            <a:ext cx="3383280" cy="21031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方向面板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48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旋转箭头图标实时指向目标</a:t>
            </a:r>
            <a:br/>
            <a:r>
              <a:t>距离 + 预计到达时间</a:t>
            </a:r>
            <a:br/>
            <a:r>
              <a:t>不用文字方向（上午/东/西无意义）</a:t>
            </a:r>
            <a:br/>
            <a:r>
              <a:t>Heading 追踪：移动 &gt;2m 更新方向</a:t>
            </a:r>
            <a:br/>
            <a:r>
              <a:t>箭头角度 = 行走方向到目标的相对夹角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接近打卡（模拟 LBS）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48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打卡按钮不拦截，随时可拍照记录</a:t>
            </a:r>
            <a:br/>
            <a:r>
              <a:t>30m 内亮绿色提示「到了 · 可打卡」</a:t>
            </a:r>
            <a:br/>
            <a:r>
              <a:t>否则显示「距目标 Nm」</a:t>
            </a:r>
            <a:br/>
            <a:br/>
            <a:r>
              <a:t>给到达感，但不强制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530352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探索状态机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intro  &gt;  preference_selection  &gt;  gear_confirmation</a:t>
            </a:r>
            <a:br/>
            <a:r>
              <a:t>  &gt; waypointIndex=0: initial &gt; checkin_initial</a:t>
            </a:r>
            <a:br/>
            <a:r>
              <a:t>    &gt; hidden_found &gt; hidden_active &gt; checkin_hidden &gt; reward_hidden</a:t>
            </a:r>
            <a:br/>
            <a:r>
              <a:t>    &gt; branch_choice &gt; onAdvanceWaypoint(+1)</a:t>
            </a:r>
            <a:br/>
            <a:r>
              <a:t>  &gt; waypointIndex=1..N: next_objective &gt; checkin_next &gt; advance</a:t>
            </a:r>
            <a:br/>
            <a:r>
              <a:t>  &gt; achievement_unlock &gt; feedback &gt; intro</a:t>
            </a:r>
            <a:br/>
            <a:br/>
            <a:r>
              <a:t>位置由 positionFromStep() 推导，不瞬移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530352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251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聊天改路线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177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右下角紫色气泡 &gt; 底部半屏对话面板</a:t>
            </a:r>
            <a:br/>
            <a:r>
              <a:t>AI 感知：当前路线上下文 + 附近 8 个未用候选 POI</a:t>
            </a:r>
            <a:br/>
            <a:r>
              <a:t>4 种操作：replace_next / skip_current / add_stop / none</a:t>
            </a:r>
            <a:br/>
            <a:r>
              <a:t>操作结果以系统消息插入聊天记录</a:t>
            </a:r>
            <a:br/>
            <a:br/>
            <a:r>
              <a:t>候选来自 poiFilter 实时过滤，确保推荐真实存在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奖励系统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Gamification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383280" cy="2011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优惠券奖励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每站打卡奖励与品类相关的优惠券</a:t>
            </a:r>
            <a:br/>
            <a:r>
              <a:t>咖啡厅 &gt; ¥15 饮品抵扣券</a:t>
            </a:r>
            <a:br/>
            <a:r>
              <a:t>书店 &gt; ¥20 购书折扣券</a:t>
            </a:r>
            <a:br/>
            <a:r>
              <a:t>统一「¥金额+券名」格式</a:t>
            </a:r>
            <a:br/>
            <a:r>
              <a:t>不发徽章、不发 XP — 只发有价值的东西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45920"/>
            <a:ext cx="3383280" cy="2011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品类锚定 Gemini 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48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CATEGORY_REWARDS 品类&gt;奖励映射表</a:t>
            </a:r>
            <a:br/>
            <a:r>
              <a:t>prompt 给每个候选 POI 附推荐奖励</a:t>
            </a:r>
            <a:br/>
            <a:r>
              <a:t>含具体金额参考</a:t>
            </a:r>
            <a:br/>
            <a:r>
              <a:t>Gemini 可微调文案但有锚点</a:t>
            </a:r>
            <a:br/>
            <a:r>
              <a:t>避免「恭喜获得探索勋章」空洞文案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成就徽章系统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48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8 枚成就徽章，基于真实 tripHistory</a:t>
            </a:r>
            <a:br/>
            <a:r>
              <a:t>连续打卡 / 隐藏任务达人</a:t>
            </a:r>
            <a:br/>
            <a:r>
              <a:t>集齐品类 / 集券数量</a:t>
            </a:r>
            <a:br/>
            <a:r>
              <a:t>背包页展示 + 优惠券 QR 二维码弹窗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1069848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18 张品类图（public/categories/）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餐饮 9 类：地方菜系 / 火锅 / 烧烤 / 异国料理 / 自助餐 / 鱼鲜 / 小吃 / 饮品 / 甜品</a:t>
            </a:r>
            <a:br/>
            <a:r>
              <a:t>非餐饮 9 类：咖啡 / 酒吧 / 书店 / 文创 / 公园 / 健身 / 娱乐 / 骑行券 / 打车券</a:t>
            </a:r>
            <a:br/>
            <a:br/>
            <a:r>
              <a:t>getCategoryImage(category) 把 POI category 映射到对应图片路径</a:t>
            </a:r>
            <a:br/>
            <a:r>
              <a:t>用于背包优惠券卡片和隐藏任务图片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AI Vlog 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AI Vlog Generation  |  Zero Video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</a:defRPr>
            </a:pPr>
            <a:r>
              <a:t>拆解「视频」为各自便宜的部分 — per-user x per-second 成本 demo 扛不住，所以不调视频生成模型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560320" cy="1645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分镜表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路线 waypoints</a:t>
            </a:r>
            <a:br/>
            <a:r>
              <a:t>直接当分镜</a:t>
            </a:r>
            <a:br/>
            <a:br/>
            <a:r>
              <a:t>免费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011680"/>
            <a:ext cx="2560320" cy="1645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148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路径几何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1460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Dijkstra 寻路</a:t>
            </a:r>
            <a:br/>
            <a:r>
              <a:t>折线插值</a:t>
            </a:r>
            <a:br/>
            <a:br/>
            <a:r>
              <a:t>免费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560320" cy="1645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旁白/字幕/BGM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一次 Gemini</a:t>
            </a:r>
            <a:br/>
            <a:r>
              <a:t>文本补全</a:t>
            </a:r>
            <a:br/>
            <a:br/>
            <a:r>
              <a:t>~$0.001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011680"/>
            <a:ext cx="2560320" cy="1645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148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画面运动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51460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地图回放 +</a:t>
            </a:r>
            <a:br/>
            <a:r>
              <a:t>Live2D 呼吸</a:t>
            </a:r>
            <a:br/>
            <a:br/>
            <a:r>
              <a:t>0 token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338328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三种风格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赛博朋克</a:t>
            </a:r>
            <a:br/>
            <a:r>
              <a:t>  霓虹扫描线 + Synthwave 110BPM</a:t>
            </a:r>
            <a:br/>
            <a:r>
              <a:t>复古胶片</a:t>
            </a:r>
            <a:br/>
            <a:r>
              <a:t>  噪点暗角 + City Pop 90BPM</a:t>
            </a:r>
            <a:br/>
            <a:r>
              <a:t>日系清新</a:t>
            </a:r>
            <a:br/>
            <a:r>
              <a:t>  漏光效果 + Lo-fi 75BPM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023360"/>
            <a:ext cx="338328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回放体验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26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1. 地图回放</a:t>
            </a:r>
            <a:br/>
            <a:r>
              <a:t>   小人沿路网走 + 轨迹按风格色生长</a:t>
            </a:r>
            <a:br/>
            <a:r>
              <a:t>   到站标记弹出 + IG Stories 进度条</a:t>
            </a:r>
            <a:br/>
            <a:r>
              <a:t>2. 到站特写</a:t>
            </a:r>
            <a:br/>
            <a:r>
              <a:t>   Live2D 呼吸动画 + 字幕旁白</a:t>
            </a:r>
            <a:br/>
            <a:r>
              <a:t>3. 战报卡</a:t>
            </a:r>
            <a:br/>
            <a:r>
              <a:t>   标题+金句+路线缩略图+数据格子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4023360"/>
            <a:ext cx="338328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后续升级方向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526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Vlog Agent 完整化</a:t>
            </a:r>
            <a:br/>
            <a:r>
              <a:t>  接入 image-to-video 模型</a:t>
            </a:r>
            <a:br/>
            <a:r>
              <a:t>  生成真实视频片段</a:t>
            </a:r>
            <a:br/>
            <a:r>
              <a:t>  多轮迭代优化剪辑节奏</a:t>
            </a:r>
            <a:br/>
            <a:br/>
            <a:r>
              <a:t>用户上传素材替换占位 B-roll</a:t>
            </a:r>
            <a:br/>
            <a:r>
              <a:t>  目前 3 张预生成占位图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数据回环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Behavioral Feedback Loop  |  RLHF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383280" cy="21031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行为信号采集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每站是否实际到访 (visited)</a:t>
            </a:r>
            <a:br/>
            <a:r>
              <a:t>A/B 岔路选了哪个</a:t>
            </a:r>
            <a:br/>
            <a:r>
              <a:t>聊天改路线操作日志</a:t>
            </a:r>
            <a:br/>
            <a:r>
              <a:t>是否触发/跳过隐藏任务</a:t>
            </a:r>
            <a:br/>
            <a:r>
              <a:t>探索总时长和距离</a:t>
            </a:r>
            <a:br/>
            <a:r>
              <a:t>用户 emoji 一键评价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45920"/>
            <a:ext cx="3383280" cy="21031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极轻反馈设计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48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「跟我吐槽一下」浮层</a:t>
            </a:r>
            <a:br/>
            <a:r>
              <a:t>一行 emoji（6 个表情）</a:t>
            </a:r>
            <a:br/>
            <a:r>
              <a:t>点一个不到 1 秒就完成</a:t>
            </a:r>
            <a:br/>
            <a:r>
              <a:t>5 秒不操作自动消失</a:t>
            </a:r>
            <a:br/>
            <a:br/>
            <a:r>
              <a:t>历史页可给每站单独打 emoji</a:t>
            </a:r>
            <a:br/>
            <a:r>
              <a:t>反馈门槛低到不存在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足迹地图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48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个人页展示所有到访站点</a:t>
            </a:r>
            <a:br/>
            <a:r>
              <a:t>SVG mask 迷雾效果</a:t>
            </a:r>
            <a:br/>
            <a:r>
              <a:t>去过的点「挖洞」透出底图</a:t>
            </a:r>
            <a:br/>
            <a:r>
              <a:t>未探索区域被迷雾覆盖</a:t>
            </a:r>
            <a:br/>
            <a:r>
              <a:t>探索越多 地图越清晰</a:t>
            </a:r>
            <a:br/>
            <a:r>
              <a:t>适配明暗主题 (--fog-color)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10698480" cy="21031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RLHF — Reinforcement Learning from Human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用户的行为即反馈，系统无需额外询问就能做出一致性调整</a:t>
            </a:r>
            <a:br/>
            <a:br/>
            <a:r>
              <a:t>示例：用户跳过隐藏任务 &gt;</a:t>
            </a:r>
            <a:br/>
            <a:r>
              <a:t>  故事页素材集 — 不显示该站点      |  Vlog 配图列表 — 移除该站</a:t>
            </a:r>
            <a:br/>
            <a:r>
              <a:t>  历史记录 — 条目消失                    |  结算奖励 — 不计入</a:t>
            </a:r>
            <a:br/>
            <a:br/>
            <a:r>
              <a:t>不是跳过了还到处看到「你错过了一个隐藏任务」 — 跳过就是跳过，全链路尊重用户决定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Frontend Architecture  |  Data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2011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前端架构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React + Tailwind CSS v4 + motion/react</a:t>
            </a:r>
            <a:br/>
            <a:r>
              <a:t>Screen routing: App.tsx 内 screen state，无路由库</a:t>
            </a:r>
            <a:br/>
            <a:r>
              <a:t>6 个主屏幕：explore / story / bag / mine / event / settings</a:t>
            </a:r>
            <a:br/>
            <a:r>
              <a:t>App-level state: 路线/偏好/探索状态机/主题/历史/Vlog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2011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Gemini 调用链路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前端 agent &gt; src/lib/gemini.ts &gt; POST /api/generate</a:t>
            </a:r>
            <a:br/>
            <a:r>
              <a:t>Vite 插件 vite-plugin-gemini-proxy.ts 代理</a:t>
            </a:r>
            <a:br/>
            <a:r>
              <a:t>优先 Vertex AI (GOOGLE_APPLICATION_CREDENTIALS)</a:t>
            </a:r>
            <a:br/>
            <a:r>
              <a:t>回退 AI Studio (GEMINI_API_KEY)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338328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地理数据层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路网: 34 条路段, 28.2km</a:t>
            </a:r>
            <a:br/>
            <a:r>
              <a:t>  scripts/data/street-network.json</a:t>
            </a:r>
            <a:br/>
            <a:r>
              <a:t>地表: 11 块多边形</a:t>
            </a:r>
            <a:br/>
            <a:r>
              <a:t>  scripts/data/terrain.json</a:t>
            </a:r>
            <a:br/>
            <a:r>
              <a:t>POI: 200 条, 31 品类</a:t>
            </a:r>
            <a:br/>
            <a:r>
              <a:t>  src/data/pois.json</a:t>
            </a:r>
            <a:br/>
            <a:r>
              <a:t>全部 commit 进仓库，完全离线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023360"/>
            <a:ext cx="338328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持久化 (localStorage)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526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userProfile — MBTI + 兴趣标签</a:t>
            </a:r>
            <a:br/>
            <a:r>
              <a:t>tripHistory — TripRecord[]</a:t>
            </a:r>
            <a:br/>
            <a:r>
              <a:t>vlogHistory — GeneratedVlog[]</a:t>
            </a:r>
            <a:br/>
            <a:r>
              <a:t>confirmedGear — 装备清单</a:t>
            </a:r>
            <a:br/>
            <a:r>
              <a:t>appTheme — 主题偏好</a:t>
            </a:r>
            <a:br/>
            <a:br/>
            <a:r>
              <a:t>预埋 3 条样本 TripRecord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023360"/>
            <a:ext cx="338328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主题系统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526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深色/浅色主题切换</a:t>
            </a:r>
            <a:br/>
            <a:r>
              <a:t>首次按系统时间自动选</a:t>
            </a:r>
            <a:br/>
            <a:r>
              <a:t>  6:00-18:00 日间，其余夜间</a:t>
            </a:r>
            <a:br/>
            <a:r>
              <a:t>CSS 变量 + data-theme 属性</a:t>
            </a:r>
            <a:br/>
            <a:r>
              <a:t>手动切换后 localStorage 持久化</a:t>
            </a:r>
            <a:br/>
            <a:r>
              <a:t>Vlog 地图/路网/地表色跟随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技术亮点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Technical Highlights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868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纯前端，无后端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Vite 插件代理 Gemini，生产环境零服务器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03520" cy="868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ReAct 审查循环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AI 生成 &gt; AI 审查 &gt; 带反馈重生成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5303520" cy="868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确定性时间预检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审查前先算步行+停留，超预算 50% 直接打回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5303520" cy="868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12 维评分系统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mood x weather x time x distance x novelty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5303520" cy="868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RLHF 行为响应反馈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23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跳过隐藏任务 &gt; 全链路同步移除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66160"/>
            <a:ext cx="5303520" cy="868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657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全链路可观测日志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023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DevTools Console 追踪完整 AI 决策链路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72000"/>
            <a:ext cx="5303520" cy="868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200 POI 人工审查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Gemini 生成 + 逐条 tag/mood/price 校验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572000"/>
            <a:ext cx="5303520" cy="868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路网 Dijkstra + snap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所有 POI 吸附路面，不穿墙不飞线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577840"/>
            <a:ext cx="5303520" cy="868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669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Vlog 零视频模型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035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文本补全 + 程序化动画，成本趋近于零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577840"/>
            <a:ext cx="5303520" cy="868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669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自然语言改路线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6035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聊天 Agent 只从真实 POI 池选，不编造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与传统推荐平台对比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Why Different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926080" cy="548640"/>
          </a:xfrm>
          <a:prstGeom prst="roundRect">
            <a:avLst/>
          </a:prstGeom>
          <a:solidFill>
            <a:srgbClr val="6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对比维度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3840480" cy="54864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55566"/>
                </a:solidFill>
              </a:defRPr>
            </a:pPr>
            <a:r>
              <a:t>传统推荐平台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45920"/>
            <a:ext cx="4206240" cy="54864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7373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C5CFF"/>
                </a:solidFill>
              </a:defRPr>
            </a:pPr>
            <a:r>
              <a:t>那我走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40280"/>
            <a:ext cx="29260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13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决策模式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240280"/>
            <a:ext cx="38404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3134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用户自己挑选、比较、做攻略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240280"/>
            <a:ext cx="4206240" cy="502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23134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说「那我走」，AI 帮你决定一切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88920"/>
            <a:ext cx="29260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8620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推荐逻辑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2788920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8620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评分排序 / 协同过滤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788920"/>
            <a:ext cx="4206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28620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12 维评分 x 多 Agent 协作生成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337560"/>
            <a:ext cx="29260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107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路线编排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337560"/>
            <a:ext cx="38404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4107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无（散点 POI 列表）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337560"/>
            <a:ext cx="4206240" cy="502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34107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站点序列 + 故事文案 + 打卡任务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86200"/>
            <a:ext cx="29260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实时调整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3886200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9593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3886200"/>
            <a:ext cx="4206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39593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自然语言聊天改路线（4 种操作）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434840"/>
            <a:ext cx="29260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507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个性化深度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0" y="4434840"/>
            <a:ext cx="38404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0" y="45079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口味 / 价格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0" y="4434840"/>
            <a:ext cx="4206240" cy="502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45079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MBTI + 心情 + 天气 + 时段 + 同行人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983480"/>
            <a:ext cx="29260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0566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惊喜感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74720" y="4983480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50566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0" y="4983480"/>
            <a:ext cx="4206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79" y="50566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隐藏任务 + A/B 岔路 + mystery 模式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532120"/>
            <a:ext cx="29260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605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行为闭环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74720" y="5532120"/>
            <a:ext cx="38404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5605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评分 / 收藏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0" y="5532120"/>
            <a:ext cx="4206240" cy="502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79" y="56052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RLHF 全链路响应 + 极轻 emoji 反馈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6080760"/>
            <a:ext cx="29260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61539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内容产出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74720" y="6080760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0" y="61539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用户写点评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0" y="6080760"/>
            <a:ext cx="4206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61539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AI 自动生成 Vlog + 战报卡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未来规划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What's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11887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Vlog Agent 完整化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接入 image-to-video 模型，生成真实视频片段，多轮迭代优化剪辑节奏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03520" cy="11887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用户上传素材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用户拍摄/上传真实照片替换占位 B-roll，Vlog 画面真实化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5303520" cy="11887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真实 GPS LBS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替换模拟 LBS，接入 navigator.geolocation 实现真实位置打卡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26080"/>
            <a:ext cx="5303520" cy="11887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063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偏好自学习接入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290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buildHistorySummary 注入 prompt，路线推荐越来越个性化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97680"/>
            <a:ext cx="5303520" cy="11887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社交分享奖励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00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分享 Vlog 到外部平台获得 in-app 奖励回写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97680"/>
            <a:ext cx="5303520" cy="11887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434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自然语言 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800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文本框直接吐槽，AI 理解反馈调整偏好权重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5CFF"/>
                </a:solidFill>
              </a:defRPr>
            </a:pPr>
            <a:r>
              <a:t>走出去，发现城市的下一面。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